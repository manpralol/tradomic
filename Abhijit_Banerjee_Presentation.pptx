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3657600" cy="365760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731520"/>
            <a:ext cx="3657600" cy="4572000"/>
          </a:xfrm>
          <a:prstGeom prst="rect">
            <a:avLst/>
          </a:prstGeom>
          <a:solidFill>
            <a:srgbClr val="FFFFFF"/>
          </a:solidFill>
          <a:ln w="50800">
            <a:solidFill>
              <a:srgbClr val="5C4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20116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📸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7548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Abhijit Banerjee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ABHIJIT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BANERJEE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Laureate in Economic Sciences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82880" cy="18288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840480"/>
            <a:ext cx="182880" cy="18288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3840480"/>
            <a:ext cx="182880" cy="18288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4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2286000" cy="73152"/>
          </a:xfrm>
          <a:prstGeom prst="rect">
            <a:avLst/>
          </a:prstGeom>
          <a:solidFill>
            <a:srgbClr val="D97E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ABHIJIT BANERJEE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92608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D97E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📷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3749040" y="1325880"/>
            <a:ext cx="320040" cy="32004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Born: November 21, 1961, in Mumbai, India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1828800"/>
            <a:ext cx="320040" cy="32004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5196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in Economics from Harvard University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2331720"/>
            <a:ext cx="320040" cy="32004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51960" y="2286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Foundation International Professor at MIT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2834640"/>
            <a:ext cx="320040" cy="32004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51960" y="2788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Economist &amp; Researcher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49040" y="3337560"/>
            <a:ext cx="320040" cy="32004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5196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of J-PAL (Abdul Latif Jameel Poverty Action Lab)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49040" y="3840480"/>
            <a:ext cx="320040" cy="32004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51960" y="379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Focus: Poverty alleviation strategies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4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2286000" cy="73152"/>
          </a:xfrm>
          <a:prstGeom prst="rect">
            <a:avLst/>
          </a:prstGeom>
          <a:solidFill>
            <a:srgbClr val="D97E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STRUGGLES &amp; ACTIVISM AT JNU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200400" cy="4114800"/>
          </a:xfrm>
          <a:prstGeom prst="rect">
            <a:avLst/>
          </a:prstGeom>
          <a:solidFill>
            <a:srgbClr val="D97E4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🏛️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JNU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931920" y="1280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Activism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1920" y="181051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17373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 student politics at Jawaharlal Nehru University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222199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21488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Involved in social &amp; economic justice movements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31920" y="263347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5603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Advocated for equitable education &amp; resources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304495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29718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 in protests against inequality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1920" y="345643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33832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commitment to understanding poverty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386791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37947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activism shaped his research philosophy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4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2286000" cy="73152"/>
          </a:xfrm>
          <a:prstGeom prst="rect">
            <a:avLst/>
          </a:prstGeom>
          <a:solidFill>
            <a:srgbClr val="D97E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ACHIEVEMENTS: J-PAL INITIATIVE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2743200"/>
          </a:xfrm>
          <a:prstGeom prst="ellipse">
            <a:avLst/>
          </a:prstGeom>
          <a:solidFill>
            <a:srgbClr val="5C4033"/>
          </a:solidFill>
          <a:ln w="50800">
            <a:solidFill>
              <a:srgbClr val="D97E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8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J-PAL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468880" cy="146304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Established 2003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1880" y="19202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Abhijit Banerjee &amp; colleagues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3063240"/>
            <a:ext cx="2468880" cy="146304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Reach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3611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80+ countries worldwide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4754880"/>
            <a:ext cx="2468880" cy="146304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RCT Methods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5303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randomized controlled trials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468880" cy="146304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1000+ Papers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19202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research publications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063240"/>
            <a:ext cx="2468880" cy="146304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Poverty Focus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3611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poverty reduction interventions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4754880"/>
            <a:ext cx="2468880" cy="146304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Hub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5303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next-gen economists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4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2286000" cy="73152"/>
          </a:xfrm>
          <a:prstGeom prst="rect">
            <a:avLst/>
          </a:prstGeom>
          <a:solidFill>
            <a:srgbClr val="D97E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NOBEL PRIZE IN ECONOMIC SCIENCES 2019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97E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📷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Abhijit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Banerjee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56032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97E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📷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337560" y="4297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Esther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Duflo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56032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97E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📷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126480" y="4297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Michael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Kremer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303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7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experimental approach to alleviating global poverty through randomized controlled trials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4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2286000" cy="73152"/>
          </a:xfrm>
          <a:prstGeom prst="rect">
            <a:avLst/>
          </a:prstGeom>
          <a:solidFill>
            <a:srgbClr val="D97E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 WORKS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4389120"/>
          </a:xfrm>
          <a:prstGeom prst="rect">
            <a:avLst/>
          </a:prstGeom>
          <a:solidFill>
            <a:srgbClr val="5C4033"/>
          </a:solidFill>
          <a:ln w="38100">
            <a:solidFill>
              <a:srgbClr val="D97E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📖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8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Radical Rethinking of the Way to Fight Global Poverty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Co-authored with Esther Duflo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Field experiments &amp; solutions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Published 2011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840480" cy="4389120"/>
          </a:xfrm>
          <a:prstGeom prst="rect">
            <a:avLst/>
          </a:prstGeom>
          <a:solidFill>
            <a:srgbClr val="D97E47"/>
          </a:solidFill>
          <a:ln w="38100">
            <a:solidFill>
              <a:srgbClr val="5C4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45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📖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HARD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35661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Economics for Better Lives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Co-authored with Esther Duflo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Addresses current challenges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Published 2019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4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2286000" cy="73152"/>
          </a:xfrm>
          <a:prstGeom prst="rect">
            <a:avLst/>
          </a:prstGeom>
          <a:solidFill>
            <a:srgbClr val="D97E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COMMENDABLE WORK DURING COVID-19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286000" cy="228600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🏥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108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Contributions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08960" y="190195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Advocated targeted relief for vulnerable populations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231343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240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for data-driven public health policies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08960" y="272491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651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impact on informal workers &amp; SMEs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313639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unconditional cash transfer schemes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08960" y="354787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474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Emphasized granular data importance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08960" y="3959352"/>
            <a:ext cx="109728" cy="109728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3886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in policy advisory &amp; public intellectual work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4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2286000" cy="73152"/>
          </a:xfrm>
          <a:prstGeom prst="rect">
            <a:avLst/>
          </a:prstGeom>
          <a:solidFill>
            <a:srgbClr val="D97E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LEGACY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43200" cy="164592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Pioneer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development economics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743200" cy="164592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RCT methodology in policy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2743200" cy="164592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Impact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J-PAL in 80+ countries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2743200" cy="164592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 2019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3657600"/>
            <a:ext cx="2743200" cy="164592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65760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0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Influential publications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657600"/>
            <a:ext cx="2743200" cy="1645920"/>
          </a:xfrm>
          <a:prstGeom prst="rect">
            <a:avLst/>
          </a:prstGeom>
          <a:solidFill>
            <a:srgbClr val="FFFBF5"/>
          </a:solidFill>
          <a:ln w="25400">
            <a:solidFill>
              <a:srgbClr val="D97E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💫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8368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inspired to action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4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D97E4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2286000" cy="2286000"/>
          </a:xfrm>
          <a:prstGeom prst="ellipse">
            <a:avLst/>
          </a:prstGeom>
          <a:solidFill>
            <a:srgbClr val="C8A8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97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2743200" y="3108960"/>
            <a:ext cx="3657600" cy="73152"/>
          </a:xfrm>
          <a:prstGeom prst="rect">
            <a:avLst/>
          </a:prstGeom>
          <a:solidFill>
            <a:srgbClr val="C8A8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Presented by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BHARGAV RANE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 No: D-38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2026-03-11T08:48:50Z</dcterms:created>
  <dcterms:modified xsi:type="dcterms:W3CDTF">2026-03-11T08:48:50Z</dcterms:modified>
</cp:coreProperties>
</file>